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24688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274320"/>
            <a:ext cx="2926080" cy="2926080"/>
          </a:xfrm>
          <a:prstGeom prst="ellipse">
            <a:avLst/>
          </a:prstGeom>
          <a:solidFill>
            <a:srgbClr val="2B6CB0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4299E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學術研究全流程工作坊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299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從概念探索到論文投稿的完整 AI 協作流程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 Skills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2B6CB0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 Agents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359152"/>
            <a:ext cx="9144000" cy="182880"/>
          </a:xfrm>
          <a:prstGeom prst="rect">
            <a:avLst/>
          </a:prstGeom>
          <a:solidFill>
            <a:srgbClr val="2B6CB0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42032"/>
            <a:ext cx="9144000" cy="2601468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542032"/>
            <a:ext cx="9144000" cy="475488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542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內容頁範例：卡片 + 流程步驟 + 提示框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200400"/>
            <a:ext cx="64008" cy="10972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6CB0"/>
                </a:solidFill>
              </a:rPr>
              <a:t>文獻調研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CrossRef API 驗證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Semantic Scholar 分析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Obsidian 知識圖譜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200400"/>
            <a:ext cx="64008" cy="1097280"/>
          </a:xfrm>
          <a:prstGeom prst="rect">
            <a:avLst/>
          </a:prstGeom>
          <a:solidFill>
            <a:srgbClr val="C05621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21"/>
                </a:solidFill>
              </a:rPr>
              <a:t>品質審查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七維度評分框架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P0-P3 問題分級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三 AI 平行審查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3200400"/>
            <a:ext cx="64008" cy="109728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55A"/>
                </a:solidFill>
              </a:rPr>
              <a:t>投稿準備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Cover Letter 撰寫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10 項素材清單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Rebuttal Matrix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480560"/>
            <a:ext cx="8686800" cy="384048"/>
          </a:xfrm>
          <a:prstGeom prst="rect">
            <a:avLst/>
          </a:prstGeom>
          <a:solidFill>
            <a:srgbClr val="EBF4FF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65D"/>
                </a:solidFill>
              </a:rPr>
              <a:t>✨ 提示：所有引用必須經 API 多重驗證，絕不盲信 AI 產出的 DOI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A: Deep Blue Academic (Nature/Science)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7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1809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24688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274320"/>
            <a:ext cx="2926080" cy="2926080"/>
          </a:xfrm>
          <a:prstGeom prst="ellipse">
            <a:avLst/>
          </a:prstGeom>
          <a:solidFill>
            <a:srgbClr val="4A556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718096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學術研究全流程工作坊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從概念探索到論文投稿的完整 AI 協作流程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4A556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4A5568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 Skills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4A556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 Agents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4A5568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359152"/>
            <a:ext cx="9144000" cy="182880"/>
          </a:xfrm>
          <a:prstGeom prst="rect">
            <a:avLst/>
          </a:prstGeom>
          <a:solidFill>
            <a:srgbClr val="4A5568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42032"/>
            <a:ext cx="9144000" cy="2601468"/>
          </a:xfrm>
          <a:prstGeom prst="rect">
            <a:avLst/>
          </a:prstGeom>
          <a:solidFill>
            <a:srgbClr val="FAF5EF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542032"/>
            <a:ext cx="9144000" cy="475488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542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內容頁範例：卡片 + 流程步驟 + 提示框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200400"/>
            <a:ext cx="64008" cy="109728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</a:rPr>
              <a:t>文獻調研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CrossRef API 驗證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Semantic Scholar 分析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Obsidian 知識圖譜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200400"/>
            <a:ext cx="64008" cy="1097280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C2C"/>
                </a:solidFill>
              </a:rPr>
              <a:t>品質審查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七維度評分框架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P0-P3 問題分級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三 AI 平行審查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3200400"/>
            <a:ext cx="64008" cy="109728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7B"/>
                </a:solidFill>
              </a:rPr>
              <a:t>投稿準備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Cover Letter 撰寫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10 項素材清單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Rebuttal Matrix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480560"/>
            <a:ext cx="8686800" cy="384048"/>
          </a:xfrm>
          <a:prstGeom prst="rect">
            <a:avLst/>
          </a:prstGeom>
          <a:solidFill>
            <a:srgbClr val="F0E6D8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</a:rPr>
              <a:t>✨ 提示：所有引用必須經 API 多重驗證，絕不盲信 AI 產出的 DOI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B: Warm Gray Humanities (Springer/Wiley)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24688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274320"/>
            <a:ext cx="2926080" cy="2926080"/>
          </a:xfrm>
          <a:prstGeom prst="ellipse">
            <a:avLst/>
          </a:prstGeom>
          <a:solidFill>
            <a:srgbClr val="2D6A4F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40916C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28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學術研究全流程工作坊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從概念探索到論文投稿的完整 AI 協作流程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178308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24 Skills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 Agents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359152"/>
            <a:ext cx="9144000" cy="182880"/>
          </a:xfrm>
          <a:prstGeom prst="rect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2542032"/>
            <a:ext cx="9144000" cy="2601468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2542032"/>
            <a:ext cx="9144000" cy="47548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542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內容頁範例：卡片 + 流程步驟 + 提示框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200400"/>
            <a:ext cx="64008" cy="109728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</a:rPr>
              <a:t>文獻調研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CrossRef API 驗證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Semantic Scholar 分析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Obsidian 知識圖譜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200400"/>
            <a:ext cx="64008" cy="109728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410C"/>
                </a:solidFill>
              </a:rPr>
              <a:t>品質審查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七維度評分框架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P0-P3 問題分級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三 AI 平行審查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3200400"/>
            <a:ext cx="64008" cy="10972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投稿準備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Cover Letter 撰寫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10 項素材清單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202C"/>
                </a:solidFill>
              </a:rPr>
              <a:t>Rebuttal Matrix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480560"/>
            <a:ext cx="8686800" cy="38404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4332"/>
                </a:solidFill>
              </a:rPr>
              <a:t>✨ 提示：所有引用必須經 API 多重驗證，絕不盲信 AI 產出的 DOI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C: Emerald Research (Elsevier/IEEE)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 Scheme Samples</dc:title>
  <dc:subject>PptxGenJS Presentation</dc:subject>
  <dc:creator>PptxGenJS</dc:creator>
  <cp:lastModifiedBy>PptxGenJS</cp:lastModifiedBy>
  <cp:revision>1</cp:revision>
  <dcterms:created xsi:type="dcterms:W3CDTF">2026-03-07T02:41:58Z</dcterms:created>
  <dcterms:modified xsi:type="dcterms:W3CDTF">2026-03-07T02:41:58Z</dcterms:modified>
</cp:coreProperties>
</file>